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B89244-E3C0-4BD2-9E11-A165D4AED538}" v="22" dt="2026-01-18T05:52:57.895"/>
    <p1510:client id="{BDF62B4E-39F0-4B5E-BDDD-AE4FC4711FE1}" v="2" dt="2026-01-18T06:16:45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710"/>
  </p:normalViewPr>
  <p:slideViewPr>
    <p:cSldViewPr snapToGrid="0">
      <p:cViewPr varScale="1">
        <p:scale>
          <a:sx n="105" d="100"/>
          <a:sy n="105" d="100"/>
        </p:scale>
        <p:origin x="24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ley Chen" userId="5af0a63b-1e0f-4d26-bd1d-05977f800136" providerId="ADAL" clId="{4A26412C-87C5-4792-8008-D5EF7FEF143A}"/>
    <pc:docChg chg="undo custSel delSld modSld">
      <pc:chgData name="Stanley Chen" userId="5af0a63b-1e0f-4d26-bd1d-05977f800136" providerId="ADAL" clId="{4A26412C-87C5-4792-8008-D5EF7FEF143A}" dt="2026-01-18T06:26:46.091" v="1928" actId="20577"/>
      <pc:docMkLst>
        <pc:docMk/>
      </pc:docMkLst>
      <pc:sldChg chg="addSp delSp modSp mod">
        <pc:chgData name="Stanley Chen" userId="5af0a63b-1e0f-4d26-bd1d-05977f800136" providerId="ADAL" clId="{4A26412C-87C5-4792-8008-D5EF7FEF143A}" dt="2026-01-18T06:26:46.091" v="1928" actId="20577"/>
        <pc:sldMkLst>
          <pc:docMk/>
          <pc:sldMk cId="273590554" sldId="257"/>
        </pc:sldMkLst>
        <pc:spChg chg="del mod">
          <ac:chgData name="Stanley Chen" userId="5af0a63b-1e0f-4d26-bd1d-05977f800136" providerId="ADAL" clId="{4A26412C-87C5-4792-8008-D5EF7FEF143A}" dt="2026-01-18T05:28:34.435" v="60" actId="478"/>
          <ac:spMkLst>
            <pc:docMk/>
            <pc:sldMk cId="273590554" sldId="257"/>
            <ac:spMk id="2" creationId="{4B76DB7D-D311-7075-DBDD-D87779B40ABC}"/>
          </ac:spMkLst>
        </pc:spChg>
        <pc:spChg chg="del mod">
          <ac:chgData name="Stanley Chen" userId="5af0a63b-1e0f-4d26-bd1d-05977f800136" providerId="ADAL" clId="{4A26412C-87C5-4792-8008-D5EF7FEF143A}" dt="2026-01-18T00:58:32.054" v="42" actId="478"/>
          <ac:spMkLst>
            <pc:docMk/>
            <pc:sldMk cId="273590554" sldId="257"/>
            <ac:spMk id="3" creationId="{F3E88066-530E-DAB4-12E9-53AC121A3D50}"/>
          </ac:spMkLst>
        </pc:spChg>
        <pc:spChg chg="add del mod">
          <ac:chgData name="Stanley Chen" userId="5af0a63b-1e0f-4d26-bd1d-05977f800136" providerId="ADAL" clId="{4A26412C-87C5-4792-8008-D5EF7FEF143A}" dt="2026-01-18T06:16:43.369" v="1350" actId="478"/>
          <ac:spMkLst>
            <pc:docMk/>
            <pc:sldMk cId="273590554" sldId="257"/>
            <ac:spMk id="4" creationId="{1970B522-1528-F31E-099A-017C7D7B3F21}"/>
          </ac:spMkLst>
        </pc:spChg>
        <pc:spChg chg="del">
          <ac:chgData name="Stanley Chen" userId="5af0a63b-1e0f-4d26-bd1d-05977f800136" providerId="ADAL" clId="{4A26412C-87C5-4792-8008-D5EF7FEF143A}" dt="2026-01-18T00:57:55.089" v="16" actId="478"/>
          <ac:spMkLst>
            <pc:docMk/>
            <pc:sldMk cId="273590554" sldId="257"/>
            <ac:spMk id="4" creationId="{B0C4139E-8103-D938-774F-99DF08BD0C1E}"/>
          </ac:spMkLst>
        </pc:spChg>
        <pc:spChg chg="add mod">
          <ac:chgData name="Stanley Chen" userId="5af0a63b-1e0f-4d26-bd1d-05977f800136" providerId="ADAL" clId="{4A26412C-87C5-4792-8008-D5EF7FEF143A}" dt="2026-01-18T06:20:54.094" v="1756" actId="1076"/>
          <ac:spMkLst>
            <pc:docMk/>
            <pc:sldMk cId="273590554" sldId="257"/>
            <ac:spMk id="5" creationId="{76C7CF8E-2C80-3335-11AF-3E75BD4007CC}"/>
          </ac:spMkLst>
        </pc:spChg>
        <pc:spChg chg="del">
          <ac:chgData name="Stanley Chen" userId="5af0a63b-1e0f-4d26-bd1d-05977f800136" providerId="ADAL" clId="{4A26412C-87C5-4792-8008-D5EF7FEF143A}" dt="2026-01-18T00:57:55.089" v="16" actId="478"/>
          <ac:spMkLst>
            <pc:docMk/>
            <pc:sldMk cId="273590554" sldId="257"/>
            <ac:spMk id="5" creationId="{AB0CE1DF-DF4B-2590-C95C-97D830B516C3}"/>
          </ac:spMkLst>
        </pc:spChg>
        <pc:spChg chg="del">
          <ac:chgData name="Stanley Chen" userId="5af0a63b-1e0f-4d26-bd1d-05977f800136" providerId="ADAL" clId="{4A26412C-87C5-4792-8008-D5EF7FEF143A}" dt="2026-01-18T00:57:55.089" v="16" actId="478"/>
          <ac:spMkLst>
            <pc:docMk/>
            <pc:sldMk cId="273590554" sldId="257"/>
            <ac:spMk id="6" creationId="{E5B05D7F-1FA1-3699-C0CE-C1BF8BE9735D}"/>
          </ac:spMkLst>
        </pc:spChg>
        <pc:spChg chg="del">
          <ac:chgData name="Stanley Chen" userId="5af0a63b-1e0f-4d26-bd1d-05977f800136" providerId="ADAL" clId="{4A26412C-87C5-4792-8008-D5EF7FEF143A}" dt="2026-01-18T00:57:45.368" v="11" actId="478"/>
          <ac:spMkLst>
            <pc:docMk/>
            <pc:sldMk cId="273590554" sldId="257"/>
            <ac:spMk id="7" creationId="{79A78B51-9138-F805-D068-C20F85F637A0}"/>
          </ac:spMkLst>
        </pc:spChg>
        <pc:spChg chg="del">
          <ac:chgData name="Stanley Chen" userId="5af0a63b-1e0f-4d26-bd1d-05977f800136" providerId="ADAL" clId="{4A26412C-87C5-4792-8008-D5EF7FEF143A}" dt="2026-01-18T00:57:55.089" v="16" actId="478"/>
          <ac:spMkLst>
            <pc:docMk/>
            <pc:sldMk cId="273590554" sldId="257"/>
            <ac:spMk id="8" creationId="{35E25FDE-E32A-8F67-819F-C460C97A77AD}"/>
          </ac:spMkLst>
        </pc:spChg>
        <pc:spChg chg="del">
          <ac:chgData name="Stanley Chen" userId="5af0a63b-1e0f-4d26-bd1d-05977f800136" providerId="ADAL" clId="{4A26412C-87C5-4792-8008-D5EF7FEF143A}" dt="2026-01-18T00:57:55.089" v="16" actId="478"/>
          <ac:spMkLst>
            <pc:docMk/>
            <pc:sldMk cId="273590554" sldId="257"/>
            <ac:spMk id="16" creationId="{B339D396-772D-CDAA-E51A-DC29590BDF63}"/>
          </ac:spMkLst>
        </pc:spChg>
        <pc:spChg chg="del">
          <ac:chgData name="Stanley Chen" userId="5af0a63b-1e0f-4d26-bd1d-05977f800136" providerId="ADAL" clId="{4A26412C-87C5-4792-8008-D5EF7FEF143A}" dt="2026-01-18T00:57:55.089" v="16" actId="478"/>
          <ac:spMkLst>
            <pc:docMk/>
            <pc:sldMk cId="273590554" sldId="257"/>
            <ac:spMk id="17" creationId="{6A07C25A-9C65-F31D-3068-46B24AF3D0F0}"/>
          </ac:spMkLst>
        </pc:spChg>
        <pc:spChg chg="del">
          <ac:chgData name="Stanley Chen" userId="5af0a63b-1e0f-4d26-bd1d-05977f800136" providerId="ADAL" clId="{4A26412C-87C5-4792-8008-D5EF7FEF143A}" dt="2026-01-18T00:57:55.089" v="16" actId="478"/>
          <ac:spMkLst>
            <pc:docMk/>
            <pc:sldMk cId="273590554" sldId="257"/>
            <ac:spMk id="18" creationId="{46D17978-5FCA-60F4-AE50-3214CCEBD040}"/>
          </ac:spMkLst>
        </pc:spChg>
        <pc:spChg chg="del">
          <ac:chgData name="Stanley Chen" userId="5af0a63b-1e0f-4d26-bd1d-05977f800136" providerId="ADAL" clId="{4A26412C-87C5-4792-8008-D5EF7FEF143A}" dt="2026-01-18T00:57:55.089" v="16" actId="478"/>
          <ac:spMkLst>
            <pc:docMk/>
            <pc:sldMk cId="273590554" sldId="257"/>
            <ac:spMk id="19" creationId="{6571468C-AC72-68A4-A966-A12930005830}"/>
          </ac:spMkLst>
        </pc:spChg>
        <pc:spChg chg="mod">
          <ac:chgData name="Stanley Chen" userId="5af0a63b-1e0f-4d26-bd1d-05977f800136" providerId="ADAL" clId="{4A26412C-87C5-4792-8008-D5EF7FEF143A}" dt="2026-01-18T05:36:47.085" v="274" actId="1076"/>
          <ac:spMkLst>
            <pc:docMk/>
            <pc:sldMk cId="273590554" sldId="257"/>
            <ac:spMk id="20" creationId="{165FED3C-58E8-1572-65DD-AB2F0838457A}"/>
          </ac:spMkLst>
        </pc:spChg>
        <pc:spChg chg="del mod">
          <ac:chgData name="Stanley Chen" userId="5af0a63b-1e0f-4d26-bd1d-05977f800136" providerId="ADAL" clId="{4A26412C-87C5-4792-8008-D5EF7FEF143A}" dt="2026-01-18T05:31:13.546" v="134" actId="478"/>
          <ac:spMkLst>
            <pc:docMk/>
            <pc:sldMk cId="273590554" sldId="257"/>
            <ac:spMk id="22" creationId="{A3298489-353E-22B3-D35B-2F6C76748FBB}"/>
          </ac:spMkLst>
        </pc:spChg>
        <pc:spChg chg="mod">
          <ac:chgData name="Stanley Chen" userId="5af0a63b-1e0f-4d26-bd1d-05977f800136" providerId="ADAL" clId="{4A26412C-87C5-4792-8008-D5EF7FEF143A}" dt="2026-01-18T00:58:06.725" v="19"/>
          <ac:spMkLst>
            <pc:docMk/>
            <pc:sldMk cId="273590554" sldId="257"/>
            <ac:spMk id="31" creationId="{9E783182-84EE-86BB-65AE-050F7F770866}"/>
          </ac:spMkLst>
        </pc:spChg>
        <pc:spChg chg="mod">
          <ac:chgData name="Stanley Chen" userId="5af0a63b-1e0f-4d26-bd1d-05977f800136" providerId="ADAL" clId="{4A26412C-87C5-4792-8008-D5EF7FEF143A}" dt="2026-01-18T00:58:06.725" v="19"/>
          <ac:spMkLst>
            <pc:docMk/>
            <pc:sldMk cId="273590554" sldId="257"/>
            <ac:spMk id="33" creationId="{A3F0E590-25AD-AB4D-3B7D-C198522637F3}"/>
          </ac:spMkLst>
        </pc:spChg>
        <pc:spChg chg="mod">
          <ac:chgData name="Stanley Chen" userId="5af0a63b-1e0f-4d26-bd1d-05977f800136" providerId="ADAL" clId="{4A26412C-87C5-4792-8008-D5EF7FEF143A}" dt="2026-01-18T00:58:06.725" v="19"/>
          <ac:spMkLst>
            <pc:docMk/>
            <pc:sldMk cId="273590554" sldId="257"/>
            <ac:spMk id="38" creationId="{6A635F6A-BC58-89DD-831B-CF772404E549}"/>
          </ac:spMkLst>
        </pc:spChg>
        <pc:spChg chg="mod">
          <ac:chgData name="Stanley Chen" userId="5af0a63b-1e0f-4d26-bd1d-05977f800136" providerId="ADAL" clId="{4A26412C-87C5-4792-8008-D5EF7FEF143A}" dt="2026-01-18T00:58:06.725" v="19"/>
          <ac:spMkLst>
            <pc:docMk/>
            <pc:sldMk cId="273590554" sldId="257"/>
            <ac:spMk id="39" creationId="{270FD281-5ADC-3B15-BB12-13B40492BC36}"/>
          </ac:spMkLst>
        </pc:spChg>
        <pc:spChg chg="mod">
          <ac:chgData name="Stanley Chen" userId="5af0a63b-1e0f-4d26-bd1d-05977f800136" providerId="ADAL" clId="{4A26412C-87C5-4792-8008-D5EF7FEF143A}" dt="2026-01-18T00:58:06.725" v="19"/>
          <ac:spMkLst>
            <pc:docMk/>
            <pc:sldMk cId="273590554" sldId="257"/>
            <ac:spMk id="40" creationId="{41BE65A5-9531-5F3B-D9E2-D1776E0D89EB}"/>
          </ac:spMkLst>
        </pc:spChg>
        <pc:spChg chg="add del mod">
          <ac:chgData name="Stanley Chen" userId="5af0a63b-1e0f-4d26-bd1d-05977f800136" providerId="ADAL" clId="{4A26412C-87C5-4792-8008-D5EF7FEF143A}" dt="2026-01-18T00:58:33.485" v="43" actId="478"/>
          <ac:spMkLst>
            <pc:docMk/>
            <pc:sldMk cId="273590554" sldId="257"/>
            <ac:spMk id="42" creationId="{10D6AD1F-0DE5-3CB6-441F-8FA93D189DF4}"/>
          </ac:spMkLst>
        </pc:spChg>
        <pc:spChg chg="add mod">
          <ac:chgData name="Stanley Chen" userId="5af0a63b-1e0f-4d26-bd1d-05977f800136" providerId="ADAL" clId="{4A26412C-87C5-4792-8008-D5EF7FEF143A}" dt="2026-01-18T06:20:38.461" v="1743" actId="1037"/>
          <ac:spMkLst>
            <pc:docMk/>
            <pc:sldMk cId="273590554" sldId="257"/>
            <ac:spMk id="43" creationId="{422F1383-74EE-FD81-F10A-11834A1A05B3}"/>
          </ac:spMkLst>
        </pc:spChg>
        <pc:spChg chg="add del mod">
          <ac:chgData name="Stanley Chen" userId="5af0a63b-1e0f-4d26-bd1d-05977f800136" providerId="ADAL" clId="{4A26412C-87C5-4792-8008-D5EF7FEF143A}" dt="2026-01-18T05:28:36.258" v="61" actId="478"/>
          <ac:spMkLst>
            <pc:docMk/>
            <pc:sldMk cId="273590554" sldId="257"/>
            <ac:spMk id="45" creationId="{1141CADE-079E-6B80-595D-6330D3F7EA6B}"/>
          </ac:spMkLst>
        </pc:spChg>
        <pc:spChg chg="add mod">
          <ac:chgData name="Stanley Chen" userId="5af0a63b-1e0f-4d26-bd1d-05977f800136" providerId="ADAL" clId="{4A26412C-87C5-4792-8008-D5EF7FEF143A}" dt="2026-01-18T06:18:35.254" v="1557" actId="1076"/>
          <ac:spMkLst>
            <pc:docMk/>
            <pc:sldMk cId="273590554" sldId="257"/>
            <ac:spMk id="46" creationId="{5D8B6599-AE04-084F-E064-53F8E7480D40}"/>
          </ac:spMkLst>
        </pc:spChg>
        <pc:spChg chg="add del mod">
          <ac:chgData name="Stanley Chen" userId="5af0a63b-1e0f-4d26-bd1d-05977f800136" providerId="ADAL" clId="{4A26412C-87C5-4792-8008-D5EF7FEF143A}" dt="2026-01-18T05:30:04.792" v="128" actId="478"/>
          <ac:spMkLst>
            <pc:docMk/>
            <pc:sldMk cId="273590554" sldId="257"/>
            <ac:spMk id="47" creationId="{13290741-8D6B-C728-DEF2-54200549D9AE}"/>
          </ac:spMkLst>
        </pc:spChg>
        <pc:spChg chg="add mod">
          <ac:chgData name="Stanley Chen" userId="5af0a63b-1e0f-4d26-bd1d-05977f800136" providerId="ADAL" clId="{4A26412C-87C5-4792-8008-D5EF7FEF143A}" dt="2026-01-18T06:18:35.254" v="1557" actId="1076"/>
          <ac:spMkLst>
            <pc:docMk/>
            <pc:sldMk cId="273590554" sldId="257"/>
            <ac:spMk id="48" creationId="{C581E2AF-84CF-6844-3F86-DBE2A9D7C1F6}"/>
          </ac:spMkLst>
        </pc:spChg>
        <pc:spChg chg="add mod">
          <ac:chgData name="Stanley Chen" userId="5af0a63b-1e0f-4d26-bd1d-05977f800136" providerId="ADAL" clId="{4A26412C-87C5-4792-8008-D5EF7FEF143A}" dt="2026-01-18T06:18:35.254" v="1557" actId="1076"/>
          <ac:spMkLst>
            <pc:docMk/>
            <pc:sldMk cId="273590554" sldId="257"/>
            <ac:spMk id="49" creationId="{F150E930-EAA2-3324-BCFC-7B867A95C9A6}"/>
          </ac:spMkLst>
        </pc:spChg>
        <pc:spChg chg="add del mod">
          <ac:chgData name="Stanley Chen" userId="5af0a63b-1e0f-4d26-bd1d-05977f800136" providerId="ADAL" clId="{4A26412C-87C5-4792-8008-D5EF7FEF143A}" dt="2026-01-18T05:39:58.467" v="324" actId="478"/>
          <ac:spMkLst>
            <pc:docMk/>
            <pc:sldMk cId="273590554" sldId="257"/>
            <ac:spMk id="51" creationId="{B9D518F0-381D-25B4-5868-3552567BBA10}"/>
          </ac:spMkLst>
        </pc:spChg>
        <pc:spChg chg="add mod">
          <ac:chgData name="Stanley Chen" userId="5af0a63b-1e0f-4d26-bd1d-05977f800136" providerId="ADAL" clId="{4A26412C-87C5-4792-8008-D5EF7FEF143A}" dt="2026-01-18T05:40:37.719" v="345"/>
          <ac:spMkLst>
            <pc:docMk/>
            <pc:sldMk cId="273590554" sldId="257"/>
            <ac:spMk id="52" creationId="{E27C7988-E453-77E4-FB5C-56F941F29FA3}"/>
          </ac:spMkLst>
        </pc:spChg>
        <pc:spChg chg="add del mod">
          <ac:chgData name="Stanley Chen" userId="5af0a63b-1e0f-4d26-bd1d-05977f800136" providerId="ADAL" clId="{4A26412C-87C5-4792-8008-D5EF7FEF143A}" dt="2026-01-18T05:41:34.762" v="381" actId="478"/>
          <ac:spMkLst>
            <pc:docMk/>
            <pc:sldMk cId="273590554" sldId="257"/>
            <ac:spMk id="53" creationId="{5453E8D7-F583-63E6-EB72-175259664CF3}"/>
          </ac:spMkLst>
        </pc:spChg>
        <pc:spChg chg="mod">
          <ac:chgData name="Stanley Chen" userId="5af0a63b-1e0f-4d26-bd1d-05977f800136" providerId="ADAL" clId="{4A26412C-87C5-4792-8008-D5EF7FEF143A}" dt="2026-01-18T05:40:58.537" v="363"/>
          <ac:spMkLst>
            <pc:docMk/>
            <pc:sldMk cId="273590554" sldId="257"/>
            <ac:spMk id="55" creationId="{8D6D5324-F7C6-3CA6-E389-31822ADB45D7}"/>
          </ac:spMkLst>
        </pc:spChg>
        <pc:spChg chg="mod">
          <ac:chgData name="Stanley Chen" userId="5af0a63b-1e0f-4d26-bd1d-05977f800136" providerId="ADAL" clId="{4A26412C-87C5-4792-8008-D5EF7FEF143A}" dt="2026-01-18T05:41:21.400" v="375" actId="404"/>
          <ac:spMkLst>
            <pc:docMk/>
            <pc:sldMk cId="273590554" sldId="257"/>
            <ac:spMk id="62" creationId="{0A3C9210-980B-9453-C59A-EAEB8B3091E4}"/>
          </ac:spMkLst>
        </pc:spChg>
        <pc:spChg chg="mod">
          <ac:chgData name="Stanley Chen" userId="5af0a63b-1e0f-4d26-bd1d-05977f800136" providerId="ADAL" clId="{4A26412C-87C5-4792-8008-D5EF7FEF143A}" dt="2026-01-18T05:41:31.316" v="380" actId="404"/>
          <ac:spMkLst>
            <pc:docMk/>
            <pc:sldMk cId="273590554" sldId="257"/>
            <ac:spMk id="63" creationId="{4C4643FB-9FE6-C599-CB48-EA63C43423C1}"/>
          </ac:spMkLst>
        </pc:spChg>
        <pc:spChg chg="mod">
          <ac:chgData name="Stanley Chen" userId="5af0a63b-1e0f-4d26-bd1d-05977f800136" providerId="ADAL" clId="{4A26412C-87C5-4792-8008-D5EF7FEF143A}" dt="2026-01-18T05:40:58.537" v="363"/>
          <ac:spMkLst>
            <pc:docMk/>
            <pc:sldMk cId="273590554" sldId="257"/>
            <ac:spMk id="66" creationId="{ED6A1DD7-073C-FAA2-371F-D6BD13B5BFD0}"/>
          </ac:spMkLst>
        </pc:spChg>
        <pc:spChg chg="mod">
          <ac:chgData name="Stanley Chen" userId="5af0a63b-1e0f-4d26-bd1d-05977f800136" providerId="ADAL" clId="{4A26412C-87C5-4792-8008-D5EF7FEF143A}" dt="2026-01-18T05:40:58.537" v="363"/>
          <ac:spMkLst>
            <pc:docMk/>
            <pc:sldMk cId="273590554" sldId="257"/>
            <ac:spMk id="69" creationId="{ABB52A6E-B747-B82F-EF33-5F6E698CBB3F}"/>
          </ac:spMkLst>
        </pc:spChg>
        <pc:spChg chg="mod">
          <ac:chgData name="Stanley Chen" userId="5af0a63b-1e0f-4d26-bd1d-05977f800136" providerId="ADAL" clId="{4A26412C-87C5-4792-8008-D5EF7FEF143A}" dt="2026-01-18T05:40:58.537" v="363"/>
          <ac:spMkLst>
            <pc:docMk/>
            <pc:sldMk cId="273590554" sldId="257"/>
            <ac:spMk id="71" creationId="{CF572A1F-44BF-1F28-A487-656F1B8A4BC0}"/>
          </ac:spMkLst>
        </pc:spChg>
        <pc:spChg chg="mod">
          <ac:chgData name="Stanley Chen" userId="5af0a63b-1e0f-4d26-bd1d-05977f800136" providerId="ADAL" clId="{4A26412C-87C5-4792-8008-D5EF7FEF143A}" dt="2026-01-18T05:40:58.537" v="363"/>
          <ac:spMkLst>
            <pc:docMk/>
            <pc:sldMk cId="273590554" sldId="257"/>
            <ac:spMk id="77" creationId="{20C78EB2-5586-1D86-706E-B368E1D82EA2}"/>
          </ac:spMkLst>
        </pc:spChg>
        <pc:spChg chg="mod">
          <ac:chgData name="Stanley Chen" userId="5af0a63b-1e0f-4d26-bd1d-05977f800136" providerId="ADAL" clId="{4A26412C-87C5-4792-8008-D5EF7FEF143A}" dt="2026-01-18T05:40:58.537" v="363"/>
          <ac:spMkLst>
            <pc:docMk/>
            <pc:sldMk cId="273590554" sldId="257"/>
            <ac:spMk id="80" creationId="{359A544E-7F1E-0963-B0BA-AE1A03399220}"/>
          </ac:spMkLst>
        </pc:spChg>
        <pc:spChg chg="mod">
          <ac:chgData name="Stanley Chen" userId="5af0a63b-1e0f-4d26-bd1d-05977f800136" providerId="ADAL" clId="{4A26412C-87C5-4792-8008-D5EF7FEF143A}" dt="2026-01-18T05:40:58.537" v="363"/>
          <ac:spMkLst>
            <pc:docMk/>
            <pc:sldMk cId="273590554" sldId="257"/>
            <ac:spMk id="84" creationId="{70220706-0B85-BAA8-D31E-5D472B1A5D37}"/>
          </ac:spMkLst>
        </pc:spChg>
        <pc:spChg chg="mod">
          <ac:chgData name="Stanley Chen" userId="5af0a63b-1e0f-4d26-bd1d-05977f800136" providerId="ADAL" clId="{4A26412C-87C5-4792-8008-D5EF7FEF143A}" dt="2026-01-18T05:40:58.537" v="363"/>
          <ac:spMkLst>
            <pc:docMk/>
            <pc:sldMk cId="273590554" sldId="257"/>
            <ac:spMk id="88" creationId="{93A85E73-1592-B132-14C3-2F614EC74F4C}"/>
          </ac:spMkLst>
        </pc:spChg>
        <pc:spChg chg="mod">
          <ac:chgData name="Stanley Chen" userId="5af0a63b-1e0f-4d26-bd1d-05977f800136" providerId="ADAL" clId="{4A26412C-87C5-4792-8008-D5EF7FEF143A}" dt="2026-01-18T05:41:10.113" v="369" actId="404"/>
          <ac:spMkLst>
            <pc:docMk/>
            <pc:sldMk cId="273590554" sldId="257"/>
            <ac:spMk id="89" creationId="{A0E10AB8-D4C9-8428-760A-596B6138A30A}"/>
          </ac:spMkLst>
        </pc:spChg>
        <pc:spChg chg="mod">
          <ac:chgData name="Stanley Chen" userId="5af0a63b-1e0f-4d26-bd1d-05977f800136" providerId="ADAL" clId="{4A26412C-87C5-4792-8008-D5EF7FEF143A}" dt="2026-01-18T05:42:04.517" v="389" actId="20577"/>
          <ac:spMkLst>
            <pc:docMk/>
            <pc:sldMk cId="273590554" sldId="257"/>
            <ac:spMk id="90" creationId="{DB37CA9D-9BE3-1FD0-1C1E-0E4D352852F3}"/>
          </ac:spMkLst>
        </pc:spChg>
        <pc:spChg chg="add mod">
          <ac:chgData name="Stanley Chen" userId="5af0a63b-1e0f-4d26-bd1d-05977f800136" providerId="ADAL" clId="{4A26412C-87C5-4792-8008-D5EF7FEF143A}" dt="2026-01-18T06:18:31.658" v="1556" actId="1076"/>
          <ac:spMkLst>
            <pc:docMk/>
            <pc:sldMk cId="273590554" sldId="257"/>
            <ac:spMk id="104" creationId="{E08B2C0A-DDD0-F093-D09A-1CFC203E251C}"/>
          </ac:spMkLst>
        </pc:spChg>
        <pc:spChg chg="add del mod">
          <ac:chgData name="Stanley Chen" userId="5af0a63b-1e0f-4d26-bd1d-05977f800136" providerId="ADAL" clId="{4A26412C-87C5-4792-8008-D5EF7FEF143A}" dt="2026-01-18T06:13:15.285" v="1271" actId="478"/>
          <ac:spMkLst>
            <pc:docMk/>
            <pc:sldMk cId="273590554" sldId="257"/>
            <ac:spMk id="106" creationId="{7BE5A777-FC73-BAA6-3391-9F0B24AB898E}"/>
          </ac:spMkLst>
        </pc:spChg>
        <pc:spChg chg="add mod">
          <ac:chgData name="Stanley Chen" userId="5af0a63b-1e0f-4d26-bd1d-05977f800136" providerId="ADAL" clId="{4A26412C-87C5-4792-8008-D5EF7FEF143A}" dt="2026-01-18T06:26:46.091" v="1928" actId="20577"/>
          <ac:spMkLst>
            <pc:docMk/>
            <pc:sldMk cId="273590554" sldId="257"/>
            <ac:spMk id="107" creationId="{2E404C06-54F2-81A1-E211-6A6195AE109F}"/>
          </ac:spMkLst>
        </pc:spChg>
        <pc:spChg chg="add mod">
          <ac:chgData name="Stanley Chen" userId="5af0a63b-1e0f-4d26-bd1d-05977f800136" providerId="ADAL" clId="{4A26412C-87C5-4792-8008-D5EF7FEF143A}" dt="2026-01-18T06:18:31.658" v="1556" actId="1076"/>
          <ac:spMkLst>
            <pc:docMk/>
            <pc:sldMk cId="273590554" sldId="257"/>
            <ac:spMk id="108" creationId="{0E2E7442-4261-B4A0-75AF-63D5F4E38F45}"/>
          </ac:spMkLst>
        </pc:spChg>
        <pc:grpChg chg="add del mod">
          <ac:chgData name="Stanley Chen" userId="5af0a63b-1e0f-4d26-bd1d-05977f800136" providerId="ADAL" clId="{4A26412C-87C5-4792-8008-D5EF7FEF143A}" dt="2026-01-18T06:09:47.811" v="1008" actId="478"/>
          <ac:grpSpMkLst>
            <pc:docMk/>
            <pc:sldMk cId="273590554" sldId="257"/>
            <ac:grpSpMk id="10" creationId="{470ADA51-E000-4A7C-666B-861E675A8F00}"/>
          </ac:grpSpMkLst>
        </pc:grpChg>
        <pc:grpChg chg="mod">
          <ac:chgData name="Stanley Chen" userId="5af0a63b-1e0f-4d26-bd1d-05977f800136" providerId="ADAL" clId="{4A26412C-87C5-4792-8008-D5EF7FEF143A}" dt="2026-01-18T00:58:06.725" v="19"/>
          <ac:grpSpMkLst>
            <pc:docMk/>
            <pc:sldMk cId="273590554" sldId="257"/>
            <ac:grpSpMk id="21" creationId="{CE1B96DF-8AE1-0549-19D9-80A1EAC5CA84}"/>
          </ac:grpSpMkLst>
        </pc:grpChg>
        <pc:grpChg chg="mod">
          <ac:chgData name="Stanley Chen" userId="5af0a63b-1e0f-4d26-bd1d-05977f800136" providerId="ADAL" clId="{4A26412C-87C5-4792-8008-D5EF7FEF143A}" dt="2026-01-18T00:58:06.725" v="19"/>
          <ac:grpSpMkLst>
            <pc:docMk/>
            <pc:sldMk cId="273590554" sldId="257"/>
            <ac:grpSpMk id="23" creationId="{590FF5AA-830D-3AF4-2D68-2A07B4850498}"/>
          </ac:grpSpMkLst>
        </pc:grpChg>
        <pc:grpChg chg="mod">
          <ac:chgData name="Stanley Chen" userId="5af0a63b-1e0f-4d26-bd1d-05977f800136" providerId="ADAL" clId="{4A26412C-87C5-4792-8008-D5EF7FEF143A}" dt="2026-01-18T00:58:06.725" v="19"/>
          <ac:grpSpMkLst>
            <pc:docMk/>
            <pc:sldMk cId="273590554" sldId="257"/>
            <ac:grpSpMk id="25" creationId="{F9DB75A6-34CD-CBFC-9291-2D08A883CD9A}"/>
          </ac:grpSpMkLst>
        </pc:grpChg>
        <pc:grpChg chg="del">
          <ac:chgData name="Stanley Chen" userId="5af0a63b-1e0f-4d26-bd1d-05977f800136" providerId="ADAL" clId="{4A26412C-87C5-4792-8008-D5EF7FEF143A}" dt="2026-01-18T00:57:57.190" v="17" actId="478"/>
          <ac:grpSpMkLst>
            <pc:docMk/>
            <pc:sldMk cId="273590554" sldId="257"/>
            <ac:grpSpMk id="30" creationId="{2407ADBE-D9C7-3130-D7FE-3E9F3BE5E3BB}"/>
          </ac:grpSpMkLst>
        </pc:grpChg>
        <pc:grpChg chg="del mod">
          <ac:chgData name="Stanley Chen" userId="5af0a63b-1e0f-4d26-bd1d-05977f800136" providerId="ADAL" clId="{4A26412C-87C5-4792-8008-D5EF7FEF143A}" dt="2026-01-18T06:16:00.319" v="1337" actId="478"/>
          <ac:grpSpMkLst>
            <pc:docMk/>
            <pc:sldMk cId="273590554" sldId="257"/>
            <ac:grpSpMk id="54" creationId="{F1794FBB-3A57-1933-FE67-084464FF34C7}"/>
          </ac:grpSpMkLst>
        </pc:grpChg>
        <pc:graphicFrameChg chg="add del mod modGraphic">
          <ac:chgData name="Stanley Chen" userId="5af0a63b-1e0f-4d26-bd1d-05977f800136" providerId="ADAL" clId="{4A26412C-87C5-4792-8008-D5EF7FEF143A}" dt="2026-01-18T06:13:13.077" v="1270" actId="478"/>
          <ac:graphicFrameMkLst>
            <pc:docMk/>
            <pc:sldMk cId="273590554" sldId="257"/>
            <ac:graphicFrameMk id="103" creationId="{767DF1CC-2F30-901F-9FE9-CCDF5A388722}"/>
          </ac:graphicFrameMkLst>
        </pc:graphicFrameChg>
        <pc:picChg chg="add mod">
          <ac:chgData name="Stanley Chen" userId="5af0a63b-1e0f-4d26-bd1d-05977f800136" providerId="ADAL" clId="{4A26412C-87C5-4792-8008-D5EF7FEF143A}" dt="2026-01-18T06:18:35.254" v="1557" actId="1076"/>
          <ac:picMkLst>
            <pc:docMk/>
            <pc:sldMk cId="273590554" sldId="257"/>
            <ac:picMk id="3" creationId="{BA3C9804-E72F-2E37-AECF-8ECC4AD0060D}"/>
          </ac:picMkLst>
        </pc:picChg>
        <pc:picChg chg="mod">
          <ac:chgData name="Stanley Chen" userId="5af0a63b-1e0f-4d26-bd1d-05977f800136" providerId="ADAL" clId="{4A26412C-87C5-4792-8008-D5EF7FEF143A}" dt="2026-01-18T00:58:06.725" v="19"/>
          <ac:picMkLst>
            <pc:docMk/>
            <pc:sldMk cId="273590554" sldId="257"/>
            <ac:picMk id="15" creationId="{3628B8C9-B672-E7E8-D081-0569537CC260}"/>
          </ac:picMkLst>
        </pc:picChg>
        <pc:picChg chg="add del mod">
          <ac:chgData name="Stanley Chen" userId="5af0a63b-1e0f-4d26-bd1d-05977f800136" providerId="ADAL" clId="{4A26412C-87C5-4792-8008-D5EF7FEF143A}" dt="2026-01-18T06:04:16.985" v="995" actId="478"/>
          <ac:picMkLst>
            <pc:docMk/>
            <pc:sldMk cId="273590554" sldId="257"/>
            <ac:picMk id="50" creationId="{64A610FE-8569-853E-FB2D-90FE3653AAE0}"/>
          </ac:picMkLst>
        </pc:picChg>
        <pc:cxnChg chg="del mod">
          <ac:chgData name="Stanley Chen" userId="5af0a63b-1e0f-4d26-bd1d-05977f800136" providerId="ADAL" clId="{4A26412C-87C5-4792-8008-D5EF7FEF143A}" dt="2026-01-18T00:57:55.089" v="16" actId="478"/>
          <ac:cxnSpMkLst>
            <pc:docMk/>
            <pc:sldMk cId="273590554" sldId="257"/>
            <ac:cxnSpMk id="9" creationId="{706F33A5-FFA9-D494-787F-38297899EA7E}"/>
          </ac:cxnSpMkLst>
        </pc:cxnChg>
        <pc:cxnChg chg="del mod">
          <ac:chgData name="Stanley Chen" userId="5af0a63b-1e0f-4d26-bd1d-05977f800136" providerId="ADAL" clId="{4A26412C-87C5-4792-8008-D5EF7FEF143A}" dt="2026-01-18T00:57:55.089" v="16" actId="478"/>
          <ac:cxnSpMkLst>
            <pc:docMk/>
            <pc:sldMk cId="273590554" sldId="257"/>
            <ac:cxnSpMk id="11" creationId="{B9ACD471-B455-C623-AA66-8803D5D99945}"/>
          </ac:cxnSpMkLst>
        </pc:cxnChg>
        <pc:cxnChg chg="mod">
          <ac:chgData name="Stanley Chen" userId="5af0a63b-1e0f-4d26-bd1d-05977f800136" providerId="ADAL" clId="{4A26412C-87C5-4792-8008-D5EF7FEF143A}" dt="2026-01-18T00:57:45.368" v="11" actId="478"/>
          <ac:cxnSpMkLst>
            <pc:docMk/>
            <pc:sldMk cId="273590554" sldId="257"/>
            <ac:cxnSpMk id="13" creationId="{3B61F61D-5A9D-D65A-F80D-7AF267D7D436}"/>
          </ac:cxnSpMkLst>
        </pc:cxnChg>
      </pc:sldChg>
      <pc:sldChg chg="del">
        <pc:chgData name="Stanley Chen" userId="5af0a63b-1e0f-4d26-bd1d-05977f800136" providerId="ADAL" clId="{4A26412C-87C5-4792-8008-D5EF7FEF143A}" dt="2026-01-18T00:57:33.024" v="9" actId="47"/>
        <pc:sldMkLst>
          <pc:docMk/>
          <pc:sldMk cId="3812291351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3129-EE03-208E-AA1F-1E95CEE2D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29EE7-44BA-2A75-7D2F-D7711A64D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4EFDE-8DBC-6DE3-45B4-52475B76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EC422-DE26-22D2-20DB-433F7DBA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466D-C4F2-88C4-AE5C-7367B1E1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5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0BF03-58F8-AAE6-D24D-C59AE237F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90356-EC71-6E2F-9E00-D8314C85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3598E-9C83-0C19-52DA-94BA8C1B5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5050F-2588-7F92-2842-DA4D2F71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4B23-28DF-588A-7F3B-1175F2CC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85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7AB9-A84A-1796-48E8-1BFD7540C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57A8B-51B7-CE12-B542-F4F0F87F1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52F44-56F1-F602-3A1D-1F28CDDB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A6506-7AFF-5C2D-E2DF-6F97F9520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AF28F-36E2-5CE7-8BE8-E88F0A1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021D8-E6D0-F718-7D52-8FD4D238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DC35B-7089-E4B2-49E8-27C49734C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3CD71-444D-2B4C-2662-B365134BD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D0BD-C8A0-1ABF-116F-7DFE522F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15B5E-F053-799E-6D8E-5B4C25D0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CF066-87DF-B303-3127-E7ABE050D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7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D73E-B4A1-9495-78DA-CF869A0D6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F9941-FA49-FF13-AAC4-00535B343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A93A-DA3C-BFB2-5D9B-ADE536D3E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D2A82-22EE-B797-4CA6-8FC0E91F9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30192-6792-8FDA-5369-498A2D226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48EE1-1372-68E6-391A-41AA6217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819143-D9CA-8CD2-0B46-2ADF6F128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BCA35-1E04-F7E5-84E1-936CF8D8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4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896-5A54-9882-7573-79441E966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012C6-76F3-DE94-7788-A23D340F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F2574-0AEC-CB80-0CBB-9A1F86DD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2314B-EC7A-ED80-38DD-0CB88D60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4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53669-2817-A02C-523B-CC3020903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062ED-8086-74BB-57E6-725F5A94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4F7A1-BACA-F6B5-9021-430E9ED73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39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8CD1-936B-1B25-8751-ACB325B6A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5400-FB39-3C87-8D1E-CBCFEEDBF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74AF3-A634-AF6A-34D1-820860747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95430-4276-FF27-0303-62937FF4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AC82A-3B61-C4B2-10F3-E0983D8F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8EC82-E42A-D190-FE86-7749A347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28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8D4B-8870-1FF7-DE8C-6805C8D5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E81EB-45AC-8116-9B53-AE0F1CD6B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7F14D-34C1-7439-4A6A-468148169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BD1C3-8BF9-D136-80F8-F24CA27E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CD9F8-7B1D-F96D-A908-C229FA09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DDCF3-5969-F945-B935-13C8A041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7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FAB2-D68F-B65C-1644-656648B6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73D93-1446-71A9-AAF2-4950111C8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85F95-E4D5-88EC-1BDA-5C025768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E108F-11FD-995D-5954-1EF1FB21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91D5B-96E0-C543-74AD-3EA53929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06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4DCBE1-C205-F956-4A64-24EE1C24B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3967D-61B7-AE5D-2133-7DA7CE543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3CB5-DE3D-3BD5-A073-9A6CFC44B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024CB-6E9F-ACB5-3C02-460B4943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888D7-1F07-1A07-DC53-F2361602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902FB-CABD-E340-FF6E-75208EF1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AFB9F-7478-C62F-706F-428D69FF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B9315-95D4-0547-8C9B-802DAA92D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263D-62BB-A445-B0A8-2B662F9DE3BE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20FAB-95E5-4C47-F018-BDEBC773A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E2D1C-48D0-6D16-C7EA-72CEE0A2F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C8EE7-283F-2541-821E-FB9A657CD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9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65FED3C-58E8-1572-65DD-AB2F0838457A}"/>
              </a:ext>
            </a:extLst>
          </p:cNvPr>
          <p:cNvSpPr txBox="1">
            <a:spLocks/>
          </p:cNvSpPr>
          <p:nvPr/>
        </p:nvSpPr>
        <p:spPr>
          <a:xfrm>
            <a:off x="885552" y="4082241"/>
            <a:ext cx="3094061" cy="245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2F1383-74EE-FD81-F10A-11834A1A05B3}"/>
              </a:ext>
            </a:extLst>
          </p:cNvPr>
          <p:cNvSpPr txBox="1"/>
          <p:nvPr/>
        </p:nvSpPr>
        <p:spPr>
          <a:xfrm>
            <a:off x="311566" y="245222"/>
            <a:ext cx="120060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Honours Project: FMCW Radar System for Material Detection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8B6599-AE04-084F-E064-53F8E7480D40}"/>
              </a:ext>
            </a:extLst>
          </p:cNvPr>
          <p:cNvSpPr txBox="1"/>
          <p:nvPr/>
        </p:nvSpPr>
        <p:spPr>
          <a:xfrm>
            <a:off x="230788" y="1102524"/>
            <a:ext cx="2283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</a:t>
            </a:r>
            <a:r>
              <a:rPr lang="en-AU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platform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81E2AF-84CF-6844-3F86-DBE2A9D7C1F6}"/>
              </a:ext>
            </a:extLst>
          </p:cNvPr>
          <p:cNvSpPr txBox="1"/>
          <p:nvPr/>
        </p:nvSpPr>
        <p:spPr>
          <a:xfrm>
            <a:off x="5473851" y="1056576"/>
            <a:ext cx="648736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FMCW radar is widely used for wireless sensing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FMCW radar system can only detect the distance, speed, etc. It lacks capabilities to detect the material properties, e.g., the dielectric constant</a:t>
            </a:r>
          </a:p>
          <a:p>
            <a:r>
              <a:rPr lang="en-AU" dirty="0"/>
              <a:t> 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50E930-EAA2-3324-BCFC-7B867A95C9A6}"/>
              </a:ext>
            </a:extLst>
          </p:cNvPr>
          <p:cNvSpPr txBox="1"/>
          <p:nvPr/>
        </p:nvSpPr>
        <p:spPr>
          <a:xfrm>
            <a:off x="5459822" y="2466866"/>
            <a:ext cx="64873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Goals: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and validate a FMCW system to clarify different material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repeatable, high-precision measurement in a lab environment</a:t>
            </a:r>
            <a:r>
              <a:rPr lang="en-AU" dirty="0"/>
              <a:t>  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8B2C0A-DDD0-F093-D09A-1CFC203E251C}"/>
              </a:ext>
            </a:extLst>
          </p:cNvPr>
          <p:cNvSpPr txBox="1"/>
          <p:nvPr/>
        </p:nvSpPr>
        <p:spPr>
          <a:xfrm>
            <a:off x="398077" y="3948941"/>
            <a:ext cx="70073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Requirements: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E404C06-54F2-81A1-E211-6A6195AE109F}"/>
              </a:ext>
            </a:extLst>
          </p:cNvPr>
          <p:cNvSpPr txBox="1"/>
          <p:nvPr/>
        </p:nvSpPr>
        <p:spPr>
          <a:xfrm>
            <a:off x="4204043" y="4586762"/>
            <a:ext cx="38119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Deliverables &amp; Milestones: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Latest literature review on FMCW radar detection systems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Setup the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platform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testing and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report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E2E7442-4261-B4A0-75AF-63D5F4E38F45}"/>
              </a:ext>
            </a:extLst>
          </p:cNvPr>
          <p:cNvSpPr txBox="1"/>
          <p:nvPr/>
        </p:nvSpPr>
        <p:spPr>
          <a:xfrm>
            <a:off x="8149241" y="4556474"/>
            <a:ext cx="38119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Communications &amp; Progress: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weekly meeting;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will be assessed based on each week’s progress. 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C9804-E72F-2E37-AECF-8ECC4AD00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42" y="1530165"/>
            <a:ext cx="4992997" cy="17083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C7CF8E-2C80-3335-11AF-3E75BD4007CC}"/>
              </a:ext>
            </a:extLst>
          </p:cNvPr>
          <p:cNvSpPr txBox="1"/>
          <p:nvPr/>
        </p:nvSpPr>
        <p:spPr>
          <a:xfrm>
            <a:off x="398355" y="4556474"/>
            <a:ext cx="38119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Capabilities Required: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Interested in wireless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Capable of independent research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knowledge in electromagnetic waves and wireless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Teamwork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9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3428</TotalTime>
  <Words>140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Wu</dc:creator>
  <cp:lastModifiedBy>Stanley Chen</cp:lastModifiedBy>
  <cp:revision>1</cp:revision>
  <dcterms:created xsi:type="dcterms:W3CDTF">2025-08-13T04:43:39Z</dcterms:created>
  <dcterms:modified xsi:type="dcterms:W3CDTF">2026-01-18T06:26:46Z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a6c3db-1667-4f49-995a-8b9973972958_Enabled">
    <vt:lpwstr>true</vt:lpwstr>
  </property>
  <property fmtid="{D5CDD505-2E9C-101B-9397-08002B2CF9AE}" pid="3" name="MSIP_Label_51a6c3db-1667-4f49-995a-8b9973972958_SetDate">
    <vt:lpwstr>2025-08-13T05:42:25Z</vt:lpwstr>
  </property>
  <property fmtid="{D5CDD505-2E9C-101B-9397-08002B2CF9AE}" pid="4" name="MSIP_Label_51a6c3db-1667-4f49-995a-8b9973972958_Method">
    <vt:lpwstr>Privileged</vt:lpwstr>
  </property>
  <property fmtid="{D5CDD505-2E9C-101B-9397-08002B2CF9AE}" pid="5" name="MSIP_Label_51a6c3db-1667-4f49-995a-8b9973972958_Name">
    <vt:lpwstr>UTS-Internal</vt:lpwstr>
  </property>
  <property fmtid="{D5CDD505-2E9C-101B-9397-08002B2CF9AE}" pid="6" name="MSIP_Label_51a6c3db-1667-4f49-995a-8b9973972958_SiteId">
    <vt:lpwstr>e8911c26-cf9f-4a9c-878e-527807be8791</vt:lpwstr>
  </property>
  <property fmtid="{D5CDD505-2E9C-101B-9397-08002B2CF9AE}" pid="7" name="MSIP_Label_51a6c3db-1667-4f49-995a-8b9973972958_ActionId">
    <vt:lpwstr>eb2f0467-6a6b-4497-898b-23d940d1b396</vt:lpwstr>
  </property>
  <property fmtid="{D5CDD505-2E9C-101B-9397-08002B2CF9AE}" pid="8" name="MSIP_Label_51a6c3db-1667-4f49-995a-8b9973972958_ContentBits">
    <vt:lpwstr>0</vt:lpwstr>
  </property>
  <property fmtid="{D5CDD505-2E9C-101B-9397-08002B2CF9AE}" pid="9" name="MSIP_Label_51a6c3db-1667-4f49-995a-8b9973972958_Tag">
    <vt:lpwstr>50, 0, 1, 1</vt:lpwstr>
  </property>
</Properties>
</file>